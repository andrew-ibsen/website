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LINE MAINTENANCE DIGITAL OPS — ONE PAGE OFFER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C2E0"/>
                </a:solidFill>
              </a:rPr>
              <a:t>Andrew Ibsen | Duty Maintenance Manager | Global Transformation Lead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0A2A66"/>
          </a:solidFill>
          <a:ln w="12700">
            <a:solidFill>
              <a:srgbClr val="2B4E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F"/>
                </a:solidFill>
              </a:rPr>
              <a:t>I help line maintenance teams reduce AOG risk, improve turnaround visibility, and protect revenue through practical dashboards + workflow automation.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566160" cy="2788920"/>
          </a:xfrm>
          <a:prstGeom prst="roundRect">
            <a:avLst/>
          </a:prstGeom>
          <a:solidFill>
            <a:srgbClr val="0C4DA2"/>
          </a:solidFill>
          <a:ln w="12700">
            <a:solidFill>
              <a:srgbClr val="0C4D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505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OPS VISIBILITY SPRINT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 weeks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$4,500 fixed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Live ops dashboard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5–8 KPI metrics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Leadership summary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2240280"/>
            <a:ext cx="3566160" cy="2788920"/>
          </a:xfrm>
          <a:prstGeom prst="round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4505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WORKFLOW AUTOMATION BUILD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2834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 weeks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$12,000 fixed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35204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2–4 automations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Billing/work-order flow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SOP + handover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240280"/>
            <a:ext cx="3566160" cy="2788920"/>
          </a:xfrm>
          <a:prstGeom prst="roundRect">
            <a:avLst/>
          </a:prstGeom>
          <a:solidFill>
            <a:srgbClr val="0C4DA2"/>
          </a:solidFill>
          <a:ln w="12700">
            <a:solidFill>
              <a:srgbClr val="0C4D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4505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CONTINUOUS IMPROVEMENT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2834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Monthly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$2,000 / month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35204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Ongoing optimization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Support + reporting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Backlog delivery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064240" cy="1051560"/>
          </a:xfrm>
          <a:prstGeom prst="roundRect">
            <a:avLst/>
          </a:prstGeom>
          <a:solidFill>
            <a:srgbClr val="0A2A66"/>
          </a:solidFill>
          <a:ln w="12700">
            <a:solidFill>
              <a:srgbClr val="2B4E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4681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F"/>
                </a:solidFill>
              </a:rPr>
              <a:t>Proof Points: 300+ users onboarded | 500+ staff trained | &gt;90% adoption in 6 months | 30% revenue increase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5833872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C2E0"/>
                </a:solidFill>
              </a:rPr>
              <a:t>Contact: andrewibsen@gmail.com  |  +354 776 1277  |  linkedin.com/in/andrew-ibsen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 Maintenance Digital Ops Offer</dc:title>
  <dc:subject>PptxGenJS Presentation</dc:subject>
  <dc:creator>Andrew Ibsen</dc:creator>
  <cp:lastModifiedBy>Andrew Ibsen</cp:lastModifiedBy>
  <cp:revision>1</cp:revision>
  <dcterms:created xsi:type="dcterms:W3CDTF">2026-03-09T05:18:59Z</dcterms:created>
  <dcterms:modified xsi:type="dcterms:W3CDTF">2026-03-09T05:18:59Z</dcterms:modified>
</cp:coreProperties>
</file>