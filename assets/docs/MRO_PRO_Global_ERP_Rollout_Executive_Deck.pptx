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03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BRITISH AIRWAYS ENGINEERING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MRO PRO GLOBAL ERP ROLLOUT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C2E0"/>
                </a:solidFill>
              </a:rPr>
              <a:t>Executive Case Study  |  Training &amp; Onboarding Leadership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5212080" cy="1280160"/>
          </a:xfrm>
          <a:prstGeom prst="roundRect">
            <a:avLst/>
          </a:prstGeom>
          <a:solidFill>
            <a:srgbClr val="0C4DA2"/>
          </a:solidFill>
          <a:ln w="12700">
            <a:solidFill>
              <a:srgbClr val="0C4D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9776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Role: Global Transformation Lead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Timeline: 6 months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Impact: 30% revenue increase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C2E0"/>
                </a:solidFill>
              </a:rPr>
              <a:t>Andrew Ibsen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C2E0"/>
                </a:solidFill>
              </a:rPr>
              <a:t>Andrew Ibsen  |  MRO PRO Global ERP Rollout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C2E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858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01  Business Challenge &amp; Strategic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C2E0"/>
                </a:solidFill>
              </a:rPr>
              <a:t>Unifying digital line maintenance operations across a global network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486400" cy="3566160"/>
          </a:xfrm>
          <a:prstGeom prst="roundRect">
            <a:avLst/>
          </a:prstGeom>
          <a:solidFill>
            <a:srgbClr val="0A2A66"/>
          </a:solidFill>
          <a:ln w="12700">
            <a:solidFill>
              <a:srgbClr val="2B4E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</a:rPr>
              <a:t>• Fragmented station processes reduced consistency
</a:t>
            </a:r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</a:rPr>
              <a:t>• Limited transparency across engineering &amp; commercial workflows
</a:t>
            </a:r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</a:rPr>
              <a:t>• Revenue leakage risk due to manual controls
</a:t>
            </a:r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</a:rPr>
              <a:t>• Adoption risk in a large operational user 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212080" cy="3566160"/>
          </a:xfrm>
          <a:prstGeom prst="roundRect">
            <a:avLst/>
          </a:prstGeom>
          <a:solidFill>
            <a:srgbClr val="0A2A66"/>
          </a:solidFill>
          <a:ln w="12700">
            <a:solidFill>
              <a:srgbClr val="2B4E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42316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</a:rPr>
              <a:t>• Deploy a unified ERP operating model globally
</a:t>
            </a:r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</a:rPr>
              <a:t>• Build confidence with role-based training pathways
</a:t>
            </a:r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</a:rPr>
              <a:t>• Raise data quality and process compliance
</a:t>
            </a:r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</a:rPr>
              <a:t>• Improve revenue assurance and decision support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C2E0"/>
                </a:solidFill>
              </a:rPr>
              <a:t>Andrew Ibsen  |  MRO PRO Global ERP Rollout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C2E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858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02  Delivery Approach: 6-Month Transformation Program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C2E0"/>
                </a:solidFill>
              </a:rPr>
              <a:t>Cross-functional orchestration across IT, engineering, operations, and commercial teams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560320" cy="2011680"/>
          </a:xfrm>
          <a:prstGeom prst="roundRect">
            <a:avLst/>
          </a:prstGeom>
          <a:solidFill>
            <a:srgbClr val="0A2A66"/>
          </a:solidFill>
          <a:ln w="12700">
            <a:solidFill>
              <a:srgbClr val="2B4E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Design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F"/>
                </a:solidFill>
              </a:rPr>
              <a:t>Global process blueprint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1FF"/>
                </a:solidFill>
              </a:rPr>
              <a:t>Training curriculum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3552" y="3063240"/>
            <a:ext cx="320040" cy="411480"/>
          </a:xfrm>
          <a:prstGeom prst="chevron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2286000"/>
            <a:ext cx="2560320" cy="2011680"/>
          </a:xfrm>
          <a:prstGeom prst="roundRect">
            <a:avLst/>
          </a:prstGeom>
          <a:solidFill>
            <a:srgbClr val="103576"/>
          </a:solidFill>
          <a:ln w="12700">
            <a:solidFill>
              <a:srgbClr val="2B4E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2514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Pilot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9040" y="29718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F"/>
                </a:solidFill>
              </a:rPr>
              <a:t>Station validation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1FF"/>
                </a:solidFill>
              </a:rPr>
              <a:t>Feedback loop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08192" y="3063240"/>
            <a:ext cx="320040" cy="411480"/>
          </a:xfrm>
          <a:prstGeom prst="chevron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286000"/>
            <a:ext cx="2560320" cy="2011680"/>
          </a:xfrm>
          <a:prstGeom prst="roundRect">
            <a:avLst/>
          </a:prstGeom>
          <a:solidFill>
            <a:srgbClr val="0A2A66"/>
          </a:solidFill>
          <a:ln w="12700">
            <a:solidFill>
              <a:srgbClr val="2B4E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514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Scale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29718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F"/>
                </a:solidFill>
              </a:rPr>
              <a:t>Role-based onboarding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1FF"/>
                </a:solidFill>
              </a:rPr>
              <a:t>Hypercare support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42832" y="3063240"/>
            <a:ext cx="320040" cy="411480"/>
          </a:xfrm>
          <a:prstGeom prst="chevron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2286000"/>
            <a:ext cx="2560320" cy="2011680"/>
          </a:xfrm>
          <a:prstGeom prst="roundRect">
            <a:avLst/>
          </a:prstGeom>
          <a:solidFill>
            <a:srgbClr val="103576"/>
          </a:solidFill>
          <a:ln w="12700">
            <a:solidFill>
              <a:srgbClr val="2B4E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2514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Stabilize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18320" y="29718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F"/>
                </a:solidFill>
              </a:rPr>
              <a:t>Adoption analytics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1FF"/>
                </a:solidFill>
              </a:rPr>
              <a:t>Governance cadence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Training &amp; Onboarding Focus: 500+ staff supported with structured, role-specific enablement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C2E0"/>
                </a:solidFill>
              </a:rPr>
              <a:t>Andrew Ibsen  |  MRO PRO Global ERP Rollout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C2E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858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03  Technology Stack &amp; Operating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C2E0"/>
                </a:solidFill>
              </a:rPr>
              <a:t>Integrated digital ecosystem for execution, reporting, and automation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2468880" cy="822960"/>
          </a:xfrm>
          <a:prstGeom prst="roundRect">
            <a:avLst/>
          </a:prstGeom>
          <a:solidFill>
            <a:srgbClr val="103576"/>
          </a:solidFill>
          <a:ln w="12700">
            <a:solidFill>
              <a:srgbClr val="2B4E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94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MRO-PRO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2011680"/>
            <a:ext cx="2468880" cy="822960"/>
          </a:xfrm>
          <a:prstGeom prst="roundRect">
            <a:avLst/>
          </a:prstGeom>
          <a:solidFill>
            <a:srgbClr val="103576"/>
          </a:solidFill>
          <a:ln w="12700">
            <a:solidFill>
              <a:srgbClr val="2B4E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2494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Power BI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92240" y="2011680"/>
            <a:ext cx="2468880" cy="822960"/>
          </a:xfrm>
          <a:prstGeom prst="roundRect">
            <a:avLst/>
          </a:prstGeom>
          <a:solidFill>
            <a:srgbClr val="103576"/>
          </a:solidFill>
          <a:ln w="12700">
            <a:solidFill>
              <a:srgbClr val="2B4E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2494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SharePoint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26880" y="2011680"/>
            <a:ext cx="2468880" cy="822960"/>
          </a:xfrm>
          <a:prstGeom prst="roundRect">
            <a:avLst/>
          </a:prstGeom>
          <a:solidFill>
            <a:srgbClr val="103576"/>
          </a:solidFill>
          <a:ln w="12700">
            <a:solidFill>
              <a:srgbClr val="2B4E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22494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Power Automate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200400"/>
            <a:ext cx="10972800" cy="2011680"/>
          </a:xfrm>
          <a:prstGeom prst="roundRect">
            <a:avLst/>
          </a:prstGeom>
          <a:solidFill>
            <a:srgbClr val="0A2A66"/>
          </a:solidFill>
          <a:ln w="12700">
            <a:solidFill>
              <a:srgbClr val="2B4E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6616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F"/>
                </a:solidFill>
              </a:rPr>
              <a:t>• Standardized workflows across stations and functions
</a:t>
            </a:r>
            <a:pPr indent="0" marL="0">
              <a:buNone/>
            </a:pPr>
            <a:r>
              <a:rPr lang="en-US" sz="1400" dirty="0">
                <a:solidFill>
                  <a:srgbClr val="EAF1FF"/>
                </a:solidFill>
              </a:rPr>
              <a:t>• Unified reporting model for operational and commercial visibility
</a:t>
            </a:r>
            <a:pPr indent="0" marL="0">
              <a:buNone/>
            </a:pPr>
            <a:r>
              <a:rPr lang="en-US" sz="1400" dirty="0">
                <a:solidFill>
                  <a:srgbClr val="EAF1FF"/>
                </a:solidFill>
              </a:rPr>
              <a:t>• Automated controls and approvals to reduce friction and errors
</a:t>
            </a:r>
            <a:pPr indent="0" marL="0">
              <a:buNone/>
            </a:pPr>
            <a:r>
              <a:rPr lang="en-US" sz="1400" dirty="0">
                <a:solidFill>
                  <a:srgbClr val="EAF1FF"/>
                </a:solidFill>
              </a:rPr>
              <a:t>• Governance rhythm with superuser feedback and iterative enhancements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C2E0"/>
                </a:solidFill>
              </a:rPr>
              <a:t>Andrew Ibsen  |  MRO PRO Global ERP Rollout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C2E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858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04  Outcomes &amp; Measurable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C2E0"/>
                </a:solidFill>
              </a:rPr>
              <a:t>Results achieved after 6 months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2560320" cy="2103120"/>
          </a:xfrm>
          <a:prstGeom prst="roundRect">
            <a:avLst/>
          </a:prstGeom>
          <a:solidFill>
            <a:srgbClr val="0C4DA2"/>
          </a:solidFill>
          <a:ln w="12700">
            <a:solidFill>
              <a:srgbClr val="0C4D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06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30%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Revenue Increase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2194560"/>
            <a:ext cx="2560320" cy="2103120"/>
          </a:xfrm>
          <a:prstGeom prst="round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606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300+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794760" y="3383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Users Onboarded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194560"/>
            <a:ext cx="2560320" cy="2103120"/>
          </a:xfrm>
          <a:prstGeom prst="roundRect">
            <a:avLst/>
          </a:prstGeom>
          <a:solidFill>
            <a:srgbClr val="0C4DA2"/>
          </a:solidFill>
          <a:ln w="12700">
            <a:solidFill>
              <a:srgbClr val="0C4D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606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500+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675120" y="3383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Staff Trained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72600" y="2194560"/>
            <a:ext cx="2560320" cy="2103120"/>
          </a:xfrm>
          <a:prstGeom prst="round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2606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&gt;90%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555480" y="3383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Adoption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846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F"/>
                </a:solidFill>
              </a:rPr>
              <a:t>Business Effect: Faster execution, stronger process discipline, and improved confidence in operational data for decision-making.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C2E0"/>
                </a:solidFill>
              </a:rPr>
              <a:t>Andrew Ibsen  |  MRO PRO Global ERP Rollout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C2E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858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05  Key Learnings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C2E0"/>
                </a:solidFill>
              </a:rPr>
              <a:t>Executive summary for scale and sustainability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440680" cy="3474720"/>
          </a:xfrm>
          <a:prstGeom prst="roundRect">
            <a:avLst/>
          </a:prstGeom>
          <a:solidFill>
            <a:srgbClr val="0A2A66"/>
          </a:solidFill>
          <a:ln w="12700">
            <a:solidFill>
              <a:srgbClr val="2B4E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57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Learnings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4892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</a:rPr>
              <a:t>• Meticulous planning is non-negotiable in global rollouts
</a:t>
            </a:r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</a:rPr>
              <a:t>• Stakeholder alignment accelerates execution quality
</a:t>
            </a:r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</a:rPr>
              <a:t>• Feedback loops prevent adoption drift
</a:t>
            </a:r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</a:rPr>
              <a:t>• Structured training + benefit communication drives sustained usage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074920" cy="3474720"/>
          </a:xfrm>
          <a:prstGeom prst="roundRect">
            <a:avLst/>
          </a:prstGeom>
          <a:solidFill>
            <a:srgbClr val="103576"/>
          </a:solidFill>
          <a:ln w="12700">
            <a:solidFill>
              <a:srgbClr val="2B4E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46888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</a:rPr>
              <a:t>• Expand advanced analytics and station-level performance views
</a:t>
            </a:r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</a:rPr>
              <a:t>• Deepen automation for commercial and compliance workflows
</a:t>
            </a:r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</a:rPr>
              <a:t>• Continue superuser-led change adoption model
</a:t>
            </a:r>
            <a:pPr indent="0" marL="0">
              <a:buNone/>
            </a:pPr>
            <a:r>
              <a:rPr lang="en-US" sz="1300" dirty="0">
                <a:solidFill>
                  <a:srgbClr val="EAF1FF"/>
                </a:solidFill>
              </a:rPr>
              <a:t>• Scale global playbook to future capability releases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C2E0"/>
                </a:solidFill>
              </a:rPr>
              <a:t>Andrew Ibsen  |  MRO PRO Global ERP Rollout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C2E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British Airways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MRO PRO Global ERP Rollout</dc:title>
  <dc:subject>MRO PRO Global ERP Rollout</dc:subject>
  <dc:creator>Andrew Ibsen</dc:creator>
  <cp:lastModifiedBy>Andrew Ibsen</cp:lastModifiedBy>
  <cp:revision>1</cp:revision>
  <dcterms:created xsi:type="dcterms:W3CDTF">2026-03-09T02:25:50Z</dcterms:created>
  <dcterms:modified xsi:type="dcterms:W3CDTF">2026-03-09T02:25:50Z</dcterms:modified>
</cp:coreProperties>
</file>